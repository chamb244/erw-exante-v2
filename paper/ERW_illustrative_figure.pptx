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0"/>
    <p:restoredTop sz="94658"/>
  </p:normalViewPr>
  <p:slideViewPr>
    <p:cSldViewPr snapToGrid="0">
      <p:cViewPr varScale="1">
        <p:scale>
          <a:sx n="102" d="100"/>
          <a:sy n="102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535B-1F1B-3626-04A4-97E18441C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26856-1934-942C-E623-D110D2B80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E5C7-9AB4-DEC8-6FE1-5E423908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B337-20CC-18E0-89E9-C2651320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03CB5-47AF-D0A3-196B-DE65CD43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2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91F8-2003-7732-F2A0-844F127F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6FDB-807E-E1F0-6A33-A980D008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507F-2160-CA8C-B992-453AB815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F8B26-2D4E-DAFB-7919-EA517E4C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B16D8-7945-EC0B-3F1B-D0BDC83D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3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A56D-D1A5-A5D2-5F5A-1D391DBA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03C3-A820-5415-337D-E6C6A0629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0C46E-E923-1980-BE08-0A72FBCA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B98E1-D48D-1EB1-74A9-36F45DFC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D2335-303B-308E-691D-C00F7DF6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8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0953-0145-32B5-7CC4-EBBD2EF9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45B16-97D1-9732-A3B2-1A6061417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5DB23-BE24-6054-6F43-7096448CA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E0F7B-27D2-EB47-A3D5-2905E3BD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625FD-FDE1-51EE-C90D-114228668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0CDE7-472E-213C-2724-EB9A4A0E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6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6614-C619-B094-DC6C-31AE730E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92B97-032A-8CD4-8BBB-E453096B6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8DFD6-3062-2084-329C-811EA7ABA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2E8A6-3F99-9477-E56E-A4165DC17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8553D-63CF-50DA-4900-627112196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DBE56-08AF-CAA2-431F-A0D0FF64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3C806-7365-557E-31DC-42517D6F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7E88C-ABF7-2350-DD1A-BAD1B2CE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0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7505-9963-0609-5BF5-00548BD8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B1EF9-1E7B-E0B3-87CF-81CC4249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5403-23D2-0B38-A310-C8E9B7E3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05217-AF3B-AE63-4E34-DDE73B91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E3B30-6C14-ECCD-67C2-3F26FE57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A4C25-ACED-F18E-49BE-92CE7499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EE9B8-5EFD-88DF-D5C7-F4F1D83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2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8E15-F7CE-1CB4-B9A9-4D8F71B9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8615-8B34-75BE-6DBC-5DB559D6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8BEC0-4D81-CB14-FA39-77B68B720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CAC9B-DD91-D9B1-3787-460743EC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14A11-8D21-439A-1628-6C804ACA6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526E6-5263-43FE-61F6-3DF2BA30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7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67A3-9E80-468E-D5C6-AB424BEA1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FFD03-EA70-B9CF-8712-5737E5A8A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932F0-AF41-EBD0-282A-41DB82918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7538-B959-176A-A3D3-9A4C337E8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7DE6A-9405-955E-1C34-34DFD53F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F649-ECFD-861A-D398-DE854A83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35EA-7D72-305D-5E6A-FEA83382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C33BF-434A-1BD4-7147-AB776A740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4BC2A-172B-BC0B-59F4-76EF8762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0FB5-4FC5-17E0-EFBB-10442C8A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8292C-01D4-4A81-5DC7-518CFA78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50DF0-B3EB-15ED-596C-7124C60FE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08ACA-D7D0-FFCC-76F4-E45CC938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E4E9B-BA4D-22A9-1F47-8353D9D0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B33CA-CBBE-EBBF-E41B-C3224BDA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5A5CC-BEFC-F29D-B090-A8391745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2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332C8-D74D-1A5A-A21C-C0EF8C5F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D4A6F-92D5-6B7A-B0F6-D0F762B90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A05A6-8CDF-916B-29FD-84B4B45FC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DEF40-3ACC-8543-A029-C7B5EA6E764C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DBC7-0BBA-2ACB-1CDA-1D7310A14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0A138-B3C3-59B5-A228-11B731BBA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234EA-A946-A84A-A50B-1BCAFF42B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0090AC-7532-A822-399C-21B227C8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61" y="0"/>
            <a:ext cx="9083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8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E51198-E5B4-55A0-8602-2CA7C70BA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25" y="0"/>
            <a:ext cx="917799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3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FE340-95B9-6C9C-C8C4-865B07B2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967" y="-1"/>
            <a:ext cx="8580329" cy="686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6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Chamberlin</dc:creator>
  <cp:lastModifiedBy>Jordan Chamberlin</cp:lastModifiedBy>
  <cp:revision>1</cp:revision>
  <dcterms:created xsi:type="dcterms:W3CDTF">2026-06-25T16:32:11Z</dcterms:created>
  <dcterms:modified xsi:type="dcterms:W3CDTF">2026-06-25T16:38:51Z</dcterms:modified>
</cp:coreProperties>
</file>