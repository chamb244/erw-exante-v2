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61000" y="270600"/>
            <a:ext cx="672000" cy="672000"/>
          </a:xfrm>
          <a:prstGeom prst="ellipse">
            <a:avLst/>
          </a:prstGeom>
          <a:solidFill>
            <a:srgbClr val="F4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688200" y="715800"/>
            <a:ext cx="369600" cy="252000"/>
          </a:xfrm>
          <a:prstGeom prst="ellipse">
            <a:avLst/>
          </a:prstGeom>
          <a:solidFill>
            <a:srgbClr val="DF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75400" y="715800"/>
            <a:ext cx="403200" cy="252000"/>
          </a:xfrm>
          <a:prstGeom prst="ellipse">
            <a:avLst/>
          </a:prstGeom>
          <a:solidFill>
            <a:srgbClr val="CF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39400" y="623400"/>
            <a:ext cx="571200" cy="336000"/>
          </a:xfrm>
          <a:prstGeom prst="ellipse">
            <a:avLst/>
          </a:prstGeom>
          <a:solidFill>
            <a:srgbClr val="DF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70920" y="525540"/>
            <a:ext cx="314160" cy="214200"/>
          </a:xfrm>
          <a:prstGeom prst="ellipse">
            <a:avLst/>
          </a:prstGeom>
          <a:solidFill>
            <a:srgbClr val="DF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85040" y="525540"/>
            <a:ext cx="342720" cy="214200"/>
          </a:xfrm>
          <a:prstGeom prst="ellipse">
            <a:avLst/>
          </a:prstGeom>
          <a:solidFill>
            <a:srgbClr val="CF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99440" y="447000"/>
            <a:ext cx="485520" cy="285600"/>
          </a:xfrm>
          <a:prstGeom prst="ellipse">
            <a:avLst/>
          </a:prstGeom>
          <a:solidFill>
            <a:srgbClr val="DF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7671000" y="4193400"/>
            <a:ext cx="504000" cy="1738800"/>
          </a:xfrm>
          <a:custGeom>
            <a:avLst/>
            <a:gdLst/>
            <a:ahLst/>
            <a:cxnLst/>
            <a:rect l="l" t="t" r="r" b="b"/>
            <a:pathLst>
              <a:path w="504000" h="1738800">
                <a:moveTo>
                  <a:pt x="0" y="0"/>
                </a:moveTo>
                <a:lnTo>
                  <a:pt x="504000" y="310800"/>
                </a:lnTo>
                <a:lnTo>
                  <a:pt x="504000" y="1738800"/>
                </a:lnTo>
                <a:lnTo>
                  <a:pt x="0" y="1428000"/>
                </a:lnTo>
                <a:close/>
              </a:path>
            </a:pathLst>
          </a:custGeom>
          <a:solidFill>
            <a:srgbClr val="3F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8175000" y="3496200"/>
            <a:ext cx="2352000" cy="2436000"/>
          </a:xfrm>
          <a:custGeom>
            <a:avLst/>
            <a:gdLst/>
            <a:ahLst/>
            <a:cxnLst/>
            <a:rect l="l" t="t" r="r" b="b"/>
            <a:pathLst>
              <a:path w="2352000" h="2436000">
                <a:moveTo>
                  <a:pt x="0" y="1008000"/>
                </a:moveTo>
                <a:lnTo>
                  <a:pt x="2352000" y="0"/>
                </a:lnTo>
                <a:lnTo>
                  <a:pt x="2352000" y="1428000"/>
                </a:lnTo>
                <a:lnTo>
                  <a:pt x="0" y="2436000"/>
                </a:lnTo>
                <a:close/>
              </a:path>
            </a:pathLst>
          </a:custGeom>
          <a:solidFill>
            <a:srgbClr val="4F8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7671000" y="3185400"/>
            <a:ext cx="2856000" cy="1318800"/>
          </a:xfrm>
          <a:custGeom>
            <a:avLst/>
            <a:gdLst/>
            <a:ahLst/>
            <a:cxnLst/>
            <a:rect l="l" t="t" r="r" b="b"/>
            <a:pathLst>
              <a:path w="2856000" h="1318800">
                <a:moveTo>
                  <a:pt x="0" y="1008000"/>
                </a:moveTo>
                <a:lnTo>
                  <a:pt x="2352000" y="0"/>
                </a:lnTo>
                <a:lnTo>
                  <a:pt x="2856000" y="310800"/>
                </a:lnTo>
                <a:lnTo>
                  <a:pt x="504000" y="1318800"/>
                </a:lnTo>
                <a:close/>
              </a:path>
            </a:pathLst>
          </a:custGeom>
          <a:solidFill>
            <a:srgbClr val="7CB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1600" y="5277000"/>
            <a:ext cx="58800" cy="369600"/>
          </a:xfrm>
          <a:prstGeom prst="ellipse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57600" y="5344200"/>
            <a:ext cx="58800" cy="369600"/>
          </a:xfrm>
          <a:prstGeom prst="ellipse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51600" y="5159400"/>
            <a:ext cx="58800" cy="369600"/>
          </a:xfrm>
          <a:prstGeom prst="ellipse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623000" y="3227400"/>
            <a:ext cx="2436000" cy="2940000"/>
          </a:xfrm>
          <a:custGeom>
            <a:avLst/>
            <a:gdLst/>
            <a:ahLst/>
            <a:cxnLst/>
            <a:rect l="l" t="t" r="r" b="b"/>
            <a:pathLst>
              <a:path w="2436000" h="2940000">
                <a:moveTo>
                  <a:pt x="0" y="0"/>
                </a:moveTo>
                <a:lnTo>
                  <a:pt x="2436000" y="1260000"/>
                </a:lnTo>
                <a:lnTo>
                  <a:pt x="2436000" y="2940000"/>
                </a:lnTo>
                <a:lnTo>
                  <a:pt x="0" y="1680000"/>
                </a:lnTo>
                <a:close/>
              </a:path>
            </a:pathLst>
          </a:custGeom>
          <a:solidFill>
            <a:srgbClr val="5E4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23000" y="4319400"/>
            <a:ext cx="2436000" cy="1680000"/>
          </a:xfrm>
          <a:custGeom>
            <a:avLst/>
            <a:gdLst/>
            <a:ahLst/>
            <a:cxnLst/>
            <a:rect l="l" t="t" r="r" b="b"/>
            <a:pathLst>
              <a:path w="2436000" h="1680000">
                <a:moveTo>
                  <a:pt x="0" y="0"/>
                </a:moveTo>
                <a:lnTo>
                  <a:pt x="2436000" y="1260000"/>
                </a:lnTo>
                <a:lnTo>
                  <a:pt x="2436000" y="1680000"/>
                </a:lnTo>
                <a:lnTo>
                  <a:pt x="0" y="420000"/>
                </a:lnTo>
                <a:close/>
              </a:path>
            </a:pathLst>
          </a:custGeom>
          <a:solidFill>
            <a:srgbClr val="4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4059000" y="2639400"/>
            <a:ext cx="4116000" cy="2226000"/>
          </a:xfrm>
          <a:custGeom>
            <a:avLst/>
            <a:gdLst/>
            <a:ahLst/>
            <a:cxnLst/>
            <a:rect l="l" t="t" r="r" b="b"/>
            <a:pathLst>
              <a:path w="4116000" h="2226000">
                <a:moveTo>
                  <a:pt x="0" y="1848000"/>
                </a:moveTo>
                <a:lnTo>
                  <a:pt x="4116000" y="0"/>
                </a:lnTo>
                <a:lnTo>
                  <a:pt x="4116000" y="378000"/>
                </a:lnTo>
                <a:lnTo>
                  <a:pt x="0" y="2226000"/>
                </a:lnTo>
                <a:close/>
              </a:path>
            </a:pathLst>
          </a:custGeom>
          <a:solidFill>
            <a:srgbClr val="6B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4059000" y="3017400"/>
            <a:ext cx="4116000" cy="2352000"/>
          </a:xfrm>
          <a:custGeom>
            <a:avLst/>
            <a:gdLst/>
            <a:ahLst/>
            <a:cxnLst/>
            <a:rect l="l" t="t" r="r" b="b"/>
            <a:pathLst>
              <a:path w="4116000" h="2352000">
                <a:moveTo>
                  <a:pt x="0" y="1848000"/>
                </a:moveTo>
                <a:lnTo>
                  <a:pt x="4116000" y="0"/>
                </a:lnTo>
                <a:lnTo>
                  <a:pt x="4116000" y="504000"/>
                </a:lnTo>
                <a:lnTo>
                  <a:pt x="0" y="2352000"/>
                </a:lnTo>
                <a:close/>
              </a:path>
            </a:pathLst>
          </a:custGeom>
          <a:solidFill>
            <a:srgbClr val="876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4059000" y="3521400"/>
            <a:ext cx="4116000" cy="2310000"/>
          </a:xfrm>
          <a:custGeom>
            <a:avLst/>
            <a:gdLst/>
            <a:ahLst/>
            <a:cxnLst/>
            <a:rect l="l" t="t" r="r" b="b"/>
            <a:pathLst>
              <a:path w="4116000" h="2310000">
                <a:moveTo>
                  <a:pt x="0" y="1848000"/>
                </a:moveTo>
                <a:lnTo>
                  <a:pt x="4116000" y="0"/>
                </a:lnTo>
                <a:lnTo>
                  <a:pt x="4116000" y="462000"/>
                </a:lnTo>
                <a:lnTo>
                  <a:pt x="0" y="2310000"/>
                </a:lnTo>
                <a:close/>
              </a:path>
            </a:pathLst>
          </a:custGeom>
          <a:solidFill>
            <a:srgbClr val="A98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4059000" y="3983400"/>
            <a:ext cx="4116000" cy="2184000"/>
          </a:xfrm>
          <a:custGeom>
            <a:avLst/>
            <a:gdLst/>
            <a:ahLst/>
            <a:cxnLst/>
            <a:rect l="l" t="t" r="r" b="b"/>
            <a:pathLst>
              <a:path w="4116000" h="2184000">
                <a:moveTo>
                  <a:pt x="0" y="1848000"/>
                </a:moveTo>
                <a:lnTo>
                  <a:pt x="4116000" y="0"/>
                </a:lnTo>
                <a:lnTo>
                  <a:pt x="4116000" y="336000"/>
                </a:lnTo>
                <a:lnTo>
                  <a:pt x="0" y="2184000"/>
                </a:lnTo>
                <a:close/>
              </a:path>
            </a:pathLst>
          </a:custGeom>
          <a:solidFill>
            <a:srgbClr val="586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623000" y="1379400"/>
            <a:ext cx="6552000" cy="3108000"/>
          </a:xfrm>
          <a:custGeom>
            <a:avLst/>
            <a:gdLst/>
            <a:ahLst/>
            <a:cxnLst/>
            <a:rect l="l" t="t" r="r" b="b"/>
            <a:pathLst>
              <a:path w="6552000" h="3108000">
                <a:moveTo>
                  <a:pt x="0" y="1848000"/>
                </a:moveTo>
                <a:lnTo>
                  <a:pt x="4116000" y="0"/>
                </a:lnTo>
                <a:lnTo>
                  <a:pt x="6552000" y="1260000"/>
                </a:lnTo>
                <a:lnTo>
                  <a:pt x="2436000" y="3108000"/>
                </a:lnTo>
                <a:close/>
              </a:path>
            </a:pathLst>
          </a:custGeom>
          <a:solidFill>
            <a:srgbClr val="6F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001000" y="2740200"/>
            <a:ext cx="1974000" cy="949200"/>
          </a:xfrm>
          <a:custGeom>
            <a:avLst/>
            <a:gdLst/>
            <a:ahLst/>
            <a:cxnLst/>
            <a:rect l="l" t="t" r="r" b="b"/>
            <a:pathLst>
              <a:path w="1974000" h="949200">
                <a:moveTo>
                  <a:pt x="0" y="571200"/>
                </a:moveTo>
                <a:lnTo>
                  <a:pt x="1260000" y="0"/>
                </a:lnTo>
                <a:lnTo>
                  <a:pt x="1974000" y="361200"/>
                </a:lnTo>
                <a:lnTo>
                  <a:pt x="714000" y="949200"/>
                </a:lnTo>
                <a:close/>
              </a:path>
            </a:pathLst>
          </a:cu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22600" y="3304680"/>
            <a:ext cx="268800" cy="215040"/>
          </a:xfrm>
          <a:prstGeom prst="ellipse">
            <a:avLst/>
          </a:prstGeom>
          <a:solidFill>
            <a:srgbClr val="5C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849400" y="3398760"/>
            <a:ext cx="201600" cy="161280"/>
          </a:xfrm>
          <a:prstGeom prst="ellipse">
            <a:avLst/>
          </a:prstGeom>
          <a:solidFill>
            <a:srgbClr val="5C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71400" y="3439080"/>
            <a:ext cx="184800" cy="147840"/>
          </a:xfrm>
          <a:prstGeom prst="ellipse">
            <a:avLst/>
          </a:prstGeom>
          <a:solidFill>
            <a:srgbClr val="5C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051000" y="3378600"/>
            <a:ext cx="168000" cy="134400"/>
          </a:xfrm>
          <a:prstGeom prst="ellipse">
            <a:avLst/>
          </a:prstGeom>
          <a:solidFill>
            <a:srgbClr val="5C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807400" y="3502920"/>
            <a:ext cx="151200" cy="120960"/>
          </a:xfrm>
          <a:prstGeom prst="ellipse">
            <a:avLst/>
          </a:prstGeom>
          <a:solidFill>
            <a:srgbClr val="5C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387400" y="3286200"/>
            <a:ext cx="302400" cy="75600"/>
          </a:xfrm>
          <a:prstGeom prst="roundRect">
            <a:avLst/>
          </a:prstGeom>
          <a:solidFill>
            <a:srgbClr val="3B3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404200" y="3160200"/>
            <a:ext cx="252000" cy="126000"/>
          </a:xfrm>
          <a:prstGeom prst="roundRect">
            <a:avLst/>
          </a:prstGeom>
          <a:solidFill>
            <a:srgbClr val="E8B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55400" y="3084600"/>
            <a:ext cx="109200" cy="84000"/>
          </a:xfrm>
          <a:prstGeom prst="rect">
            <a:avLst/>
          </a:prstGeom>
          <a:solidFill>
            <a:srgbClr val="E8B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681400" y="3286200"/>
            <a:ext cx="117600" cy="84000"/>
          </a:xfrm>
          <a:prstGeom prst="ellipse">
            <a:avLst/>
          </a:prstGeom>
          <a:solidFill>
            <a:srgbClr val="5C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4941000" y="2387400"/>
            <a:ext cx="2058000" cy="991200"/>
          </a:xfrm>
          <a:custGeom>
            <a:avLst/>
            <a:gdLst/>
            <a:ahLst/>
            <a:cxnLst/>
            <a:rect l="l" t="t" r="r" b="b"/>
            <a:pathLst>
              <a:path w="2058000" h="991200">
                <a:moveTo>
                  <a:pt x="0" y="588000"/>
                </a:moveTo>
                <a:lnTo>
                  <a:pt x="1302000" y="0"/>
                </a:lnTo>
                <a:lnTo>
                  <a:pt x="2058000" y="378000"/>
                </a:lnTo>
                <a:lnTo>
                  <a:pt x="756000" y="991200"/>
                </a:lnTo>
                <a:close/>
              </a:path>
            </a:pathLst>
          </a:custGeom>
          <a:solidFill>
            <a:srgbClr val="8A6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51000" y="2950200"/>
            <a:ext cx="84000" cy="134400"/>
          </a:xfrm>
          <a:prstGeom prst="ellipse">
            <a:avLst/>
          </a:prstGeom>
          <a:solidFill>
            <a:srgbClr val="3D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361000" y="2891400"/>
            <a:ext cx="84000" cy="134400"/>
          </a:xfrm>
          <a:prstGeom prst="ellipse">
            <a:avLst/>
          </a:prstGeom>
          <a:solidFill>
            <a:srgbClr val="3D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71000" y="2841000"/>
            <a:ext cx="84000" cy="134400"/>
          </a:xfrm>
          <a:prstGeom prst="ellipse">
            <a:avLst/>
          </a:prstGeom>
          <a:solidFill>
            <a:srgbClr val="3D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81000" y="2790600"/>
            <a:ext cx="84000" cy="134400"/>
          </a:xfrm>
          <a:prstGeom prst="ellipse">
            <a:avLst/>
          </a:prstGeom>
          <a:solidFill>
            <a:srgbClr val="3D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03000" y="3059400"/>
            <a:ext cx="84000" cy="134400"/>
          </a:xfrm>
          <a:prstGeom prst="ellipse">
            <a:avLst/>
          </a:prstGeom>
          <a:solidFill>
            <a:srgbClr val="3D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613000" y="3009000"/>
            <a:ext cx="84000" cy="134400"/>
          </a:xfrm>
          <a:prstGeom prst="ellipse">
            <a:avLst/>
          </a:prstGeom>
          <a:solidFill>
            <a:srgbClr val="3D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823000" y="2958600"/>
            <a:ext cx="84000" cy="134400"/>
          </a:xfrm>
          <a:prstGeom prst="ellipse">
            <a:avLst/>
          </a:prstGeom>
          <a:solidFill>
            <a:srgbClr val="3D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3000" y="2908200"/>
            <a:ext cx="84000" cy="134400"/>
          </a:xfrm>
          <a:prstGeom prst="ellipse">
            <a:avLst/>
          </a:prstGeom>
          <a:solidFill>
            <a:srgbClr val="3D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55000" y="3160200"/>
            <a:ext cx="84000" cy="134400"/>
          </a:xfrm>
          <a:prstGeom prst="ellipse">
            <a:avLst/>
          </a:prstGeom>
          <a:solidFill>
            <a:srgbClr val="3D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65000" y="3109800"/>
            <a:ext cx="84000" cy="134400"/>
          </a:xfrm>
          <a:prstGeom prst="ellipse">
            <a:avLst/>
          </a:prstGeom>
          <a:solidFill>
            <a:srgbClr val="3D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4563000" y="2034600"/>
            <a:ext cx="1176000" cy="1663200"/>
          </a:xfrm>
          <a:custGeom>
            <a:avLst/>
            <a:gdLst/>
            <a:ahLst/>
            <a:cxnLst/>
            <a:rect l="l" t="t" r="r" b="b"/>
            <a:pathLst>
              <a:path w="1176000" h="1663200">
                <a:moveTo>
                  <a:pt x="1176000" y="0"/>
                </a:moveTo>
                <a:lnTo>
                  <a:pt x="714000" y="487200"/>
                </a:lnTo>
                <a:lnTo>
                  <a:pt x="336000" y="907200"/>
                </a:lnTo>
                <a:lnTo>
                  <a:pt x="100800" y="1243200"/>
                </a:lnTo>
                <a:lnTo>
                  <a:pt x="0" y="1495200"/>
                </a:lnTo>
                <a:lnTo>
                  <a:pt x="0" y="1663200"/>
                </a:lnTo>
                <a:lnTo>
                  <a:pt x="100800" y="1411200"/>
                </a:lnTo>
                <a:lnTo>
                  <a:pt x="336000" y="1075200"/>
                </a:lnTo>
                <a:lnTo>
                  <a:pt x="714000" y="655200"/>
                </a:lnTo>
                <a:lnTo>
                  <a:pt x="1176000" y="168000"/>
                </a:lnTo>
                <a:close/>
              </a:path>
            </a:pathLst>
          </a:custGeom>
          <a:solidFill>
            <a:srgbClr val="6FB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26200" y="3697800"/>
            <a:ext cx="252000" cy="109200"/>
          </a:xfrm>
          <a:prstGeom prst="rect">
            <a:avLst/>
          </a:prstGeom>
          <a:solidFill>
            <a:srgbClr val="B2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61400" y="3739800"/>
            <a:ext cx="109200" cy="75600"/>
          </a:xfrm>
          <a:prstGeom prst="rect">
            <a:avLst/>
          </a:prstGeom>
          <a:solidFill>
            <a:srgbClr val="7D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155600" y="3786000"/>
            <a:ext cx="75600" cy="75600"/>
          </a:xfrm>
          <a:prstGeom prst="ellipse">
            <a:avLst/>
          </a:prstGeom>
          <a:solidFill>
            <a:srgbClr val="2C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264800" y="3786000"/>
            <a:ext cx="75600" cy="75600"/>
          </a:xfrm>
          <a:prstGeom prst="ellipse">
            <a:avLst/>
          </a:prstGeom>
          <a:solidFill>
            <a:srgbClr val="2C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382400" y="3786000"/>
            <a:ext cx="75600" cy="75600"/>
          </a:xfrm>
          <a:prstGeom prst="ellipse">
            <a:avLst/>
          </a:prstGeom>
          <a:solidFill>
            <a:srgbClr val="2C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30950" y="3604560"/>
            <a:ext cx="44100" cy="194040"/>
          </a:xfrm>
          <a:prstGeom prst="rect">
            <a:avLst/>
          </a:prstGeom>
          <a:solidFill>
            <a:srgbClr val="7A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023680" y="3516360"/>
            <a:ext cx="458640" cy="176400"/>
          </a:xfrm>
          <a:prstGeom prst="ellipse">
            <a:avLst/>
          </a:prstGeom>
          <a:solidFill>
            <a:srgbClr val="3F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40000" y="3798600"/>
            <a:ext cx="42000" cy="184800"/>
          </a:xfrm>
          <a:prstGeom prst="rect">
            <a:avLst/>
          </a:prstGeom>
          <a:solidFill>
            <a:srgbClr val="7A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42600" y="3714600"/>
            <a:ext cx="436800" cy="168000"/>
          </a:xfrm>
          <a:prstGeom prst="ellipse">
            <a:avLst/>
          </a:prstGeom>
          <a:solidFill>
            <a:srgbClr val="3F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63120" y="3245880"/>
            <a:ext cx="95759" cy="191519"/>
          </a:xfrm>
          <a:prstGeom prst="rect">
            <a:avLst/>
          </a:prstGeom>
          <a:solidFill>
            <a:srgbClr val="8A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151400" y="3158100"/>
            <a:ext cx="319200" cy="143639"/>
          </a:xfrm>
          <a:prstGeom prst="ellipse">
            <a:avLst/>
          </a:prstGeom>
          <a:solidFill>
            <a:srgbClr val="4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74100" y="2792280"/>
            <a:ext cx="37800" cy="166320"/>
          </a:xfrm>
          <a:prstGeom prst="rect">
            <a:avLst/>
          </a:prstGeom>
          <a:solidFill>
            <a:srgbClr val="7A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096440" y="2716680"/>
            <a:ext cx="393120" cy="151200"/>
          </a:xfrm>
          <a:prstGeom prst="ellipse">
            <a:avLst/>
          </a:prstGeom>
          <a:solidFill>
            <a:srgbClr val="3F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86160" y="3039240"/>
            <a:ext cx="85680" cy="171360"/>
          </a:xfrm>
          <a:prstGeom prst="rect">
            <a:avLst/>
          </a:prstGeom>
          <a:solidFill>
            <a:srgbClr val="8A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86200" y="2960700"/>
            <a:ext cx="285600" cy="128519"/>
          </a:xfrm>
          <a:prstGeom prst="ellipse">
            <a:avLst/>
          </a:prstGeom>
          <a:solidFill>
            <a:srgbClr val="4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50200" y="1987560"/>
            <a:ext cx="33600" cy="147840"/>
          </a:xfrm>
          <a:prstGeom prst="rect">
            <a:avLst/>
          </a:prstGeom>
          <a:solidFill>
            <a:srgbClr val="7A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892280" y="1920360"/>
            <a:ext cx="349440" cy="134400"/>
          </a:xfrm>
          <a:prstGeom prst="ellipse">
            <a:avLst/>
          </a:prstGeom>
          <a:solidFill>
            <a:srgbClr val="3F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25150" y="3280320"/>
            <a:ext cx="35700" cy="157080"/>
          </a:xfrm>
          <a:prstGeom prst="rect">
            <a:avLst/>
          </a:prstGeom>
          <a:solidFill>
            <a:srgbClr val="7A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057360" y="3208920"/>
            <a:ext cx="371279" cy="142800"/>
          </a:xfrm>
          <a:prstGeom prst="ellipse">
            <a:avLst/>
          </a:prstGeom>
          <a:solidFill>
            <a:srgbClr val="3F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